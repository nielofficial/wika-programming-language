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C and WIKA Programming Language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Nathaniel B. Ministros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 of Computer Studies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CSC 112 BNO1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20040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320040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" y="566928"/>
            <a:ext cx="73152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676656"/>
            <a:ext cx="69860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This is a comment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bilang x          # integer variable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titik  c          # character variable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ipakita(x)        # print statement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956816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956816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203704"/>
            <a:ext cx="7315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313432"/>
            <a:ext cx="698601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/* This is a comment */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 x;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char c;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printf("%d", x);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306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1:  Program structure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02920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502920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" y="749808"/>
            <a:ext cx="7315200" cy="119786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859536"/>
            <a:ext cx="698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bilang x          # integer, defaults to 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bilang y = 10     # integer with initializer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titik  c = 'A'   # character literal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947672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947672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73152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304288"/>
            <a:ext cx="69860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 x = 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 y = 10;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char c = 'A';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21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2:  Variable declaration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56032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256032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" y="502920"/>
            <a:ext cx="7315200" cy="1773936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612648"/>
            <a:ext cx="69860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bilang x = 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 = 10            # simple assignment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 += 3            # add-assign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 -= 2            # subtract-assign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x++               # increment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x--               # decrement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276856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276856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523744"/>
            <a:ext cx="7315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633472"/>
            <a:ext cx="698601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x = 5;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 = 10;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 += 3;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 -= 2;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x++;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x--;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626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3:  Assignment and increment/decrement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20040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320040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" y="566928"/>
            <a:ext cx="7315200" cy="15819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676656"/>
            <a:ext cx="698601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bilang a = 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bilang b = 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bilang hasil = (a + b) * 2   # grouping with parens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bilang buo  = a / b          # integer division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ipakita(hasil)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48840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395728"/>
            <a:ext cx="7315200" cy="1773936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505456"/>
            <a:ext cx="69860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a = 10;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b = 3;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hasil = (a + b) * 2;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buo   = a / b;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printf("%d", hasil);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306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4:  Arithmetic expression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20040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320040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" y="566928"/>
            <a:ext cx="7315200" cy="15819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676656"/>
            <a:ext cx="698601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bilang x = 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titik  c = 'Z'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ipakita(x)         # prints integer via SYSCALL 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ipakita(c)         # prints character via SYSCALL 11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ipakita(x + 10)    # prints expression result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7315200" cy="246888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48840"/>
            <a:ext cx="7150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395728"/>
            <a:ext cx="7315200" cy="1773936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505456"/>
            <a:ext cx="69860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 x = 5;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char c = 'Z';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printf("%d", x);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printf("%c", c);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printf("%d", x + 10);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0;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306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5:  Print statement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1:  Supported data types comparison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13232"/>
            <a:ext cx="182880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713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Wika Keyword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51760" y="713232"/>
            <a:ext cx="228600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4912" y="7132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Equivalent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713232"/>
            <a:ext cx="338328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10912" y="713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06070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060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bilang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06070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060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060704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0607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64-bit signed integer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140817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14081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titik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140817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1408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408176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4081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character (ASCII stored as int)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755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2:  Supported operators comparison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2075688"/>
            <a:ext cx="210312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2075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Wika Operator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2075688"/>
            <a:ext cx="210312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2075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Equivalent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075688"/>
            <a:ext cx="329184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2075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242316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2423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0" y="242316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2423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2423160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2423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277063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2770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  -=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926080" y="277063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9232" y="2770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 -=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2770632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2770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assignment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" y="311810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3118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 --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26080" y="311810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9232" y="3118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--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3118104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02352" y="3118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 / Decrement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" y="346557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" y="3465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26080" y="346557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9232" y="3465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0" y="3465576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2352" y="34655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Arithmetic (integers only)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" y="381304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6112" y="3813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926080" y="381304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9232" y="3813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29200" y="3813048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02352" y="3813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 grouping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1:  Survey results on readability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474720" cy="274320"/>
          </a:xfrm>
          <a:prstGeom prst="rect">
            <a:avLst/>
          </a:prstGeom>
          <a:solidFill>
            <a:srgbClr val="D9D9D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75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977640" y="475488"/>
            <a:ext cx="1463040" cy="274320"/>
          </a:xfrm>
          <a:prstGeom prst="rect">
            <a:avLst/>
          </a:prstGeom>
          <a:solidFill>
            <a:srgbClr val="D9D9D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41648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(1)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40680" y="475488"/>
            <a:ext cx="1737360" cy="274320"/>
          </a:xfrm>
          <a:prstGeom prst="rect">
            <a:avLst/>
          </a:prstGeom>
          <a:solidFill>
            <a:srgbClr val="D9D9D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04688" y="475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Somewhat Easy (2)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78040" y="475488"/>
            <a:ext cx="1463040" cy="274320"/>
          </a:xfrm>
          <a:prstGeom prst="rect">
            <a:avLst/>
          </a:prstGeom>
          <a:solidFill>
            <a:srgbClr val="D9D9D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42048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Easy (3)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749808"/>
            <a:ext cx="34747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749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easy is it to read the main block structure?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77640" y="74980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749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81.8%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40680" y="749808"/>
            <a:ext cx="1737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749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78040" y="74980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749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1024128"/>
            <a:ext cx="34747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1024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easy is it to understand the display/output statements?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77640" y="102412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1024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90.9%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40680" y="1024128"/>
            <a:ext cx="1737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1024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78040" y="102412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1024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1298448"/>
            <a:ext cx="34747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easy is it to interpret variable declarations/assignments?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77640" y="129844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41648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72.7%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40680" y="1298448"/>
            <a:ext cx="1737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27.3%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78040" y="129844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1572768"/>
            <a:ext cx="34747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easy is it to follow arithmetic operations?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77640" y="157276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41648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90.9%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0680" y="1572768"/>
            <a:ext cx="1737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4688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78040" y="157276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2:  Survey results on writability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474720" cy="274320"/>
          </a:xfrm>
          <a:prstGeom prst="rect">
            <a:avLst/>
          </a:prstGeom>
          <a:solidFill>
            <a:srgbClr val="D9D9D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75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977640" y="475488"/>
            <a:ext cx="1463040" cy="274320"/>
          </a:xfrm>
          <a:prstGeom prst="rect">
            <a:avLst/>
          </a:prstGeom>
          <a:solidFill>
            <a:srgbClr val="D9D9D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41648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(1)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40680" y="475488"/>
            <a:ext cx="1737360" cy="274320"/>
          </a:xfrm>
          <a:prstGeom prst="rect">
            <a:avLst/>
          </a:prstGeom>
          <a:solidFill>
            <a:srgbClr val="D9D9D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04688" y="475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Somewhat Easy (2)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78040" y="475488"/>
            <a:ext cx="1463040" cy="274320"/>
          </a:xfrm>
          <a:prstGeom prst="rect">
            <a:avLst/>
          </a:prstGeom>
          <a:solidFill>
            <a:srgbClr val="D9D9D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42048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Easy (3)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749808"/>
            <a:ext cx="34747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749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easy is it to write the main block structure?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77640" y="74980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749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81.8%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40680" y="749808"/>
            <a:ext cx="1737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749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78040" y="74980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749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1024128"/>
            <a:ext cx="34747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1024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easy is it to code display/output statements?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77640" y="102412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1024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81.8%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40680" y="1024128"/>
            <a:ext cx="1737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1024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78040" y="102412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1024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1298448"/>
            <a:ext cx="34747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easy is it to perform variable declaration and assignment?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77640" y="129844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41648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81.8%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40680" y="1298448"/>
            <a:ext cx="1737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78040" y="129844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1572768"/>
            <a:ext cx="34747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easy is it to write arithmetic operations correctly?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77640" y="157276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41648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81.8%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0680" y="1572768"/>
            <a:ext cx="17373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4688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78040" y="1572768"/>
            <a:ext cx="1463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C and WIKA Programming Language</dc:title>
  <dc:subject>PptxGenJS Presentation</dc:subject>
  <dc:creator>PptxGenJS</dc:creator>
  <cp:lastModifiedBy>PptxGenJS</cp:lastModifiedBy>
  <cp:revision>1</cp:revision>
  <dcterms:created xsi:type="dcterms:W3CDTF">2026-04-07T23:00:50Z</dcterms:created>
  <dcterms:modified xsi:type="dcterms:W3CDTF">2026-04-07T23:00:50Z</dcterms:modified>
</cp:coreProperties>
</file>